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3A5E3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371600"/>
            <a:ext cx="2743200" cy="2743200"/>
          </a:xfrm>
          <a:prstGeom prst="ellipse">
            <a:avLst/>
          </a:prstGeom>
          <a:solidFill>
            <a:srgbClr val="5E8C5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8CC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 Helper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Workout Experience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Redesign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exercises easier to understand and complete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1371600" cy="45720"/>
          </a:xfrm>
          <a:prstGeom prst="rect">
            <a:avLst/>
          </a:prstGeom>
          <a:solidFill>
            <a:srgbClr val="5E8C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Pain 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images don't teach movement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instruction paragraphs shown at once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 Set" button buried below the fold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equal-weight buttons create decision fatigue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 user familiarity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form cues on images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097280"/>
            <a:ext cx="2743200" cy="3657600"/>
          </a:xfrm>
          <a:prstGeom prst="rect">
            <a:avLst/>
          </a:prstGeom>
          <a:solidFill>
            <a:srgbClr val="E2E8DA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28016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Text-heavy layout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action button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Don't Tell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17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8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→  Do  →  Hope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→  Understand  →  Do  →  Confirm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Annotations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cues overlaid directly on exercise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548640" cy="54864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62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Phase-Based Steps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Move → Return instead of paragraphs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48640" cy="54864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display to user familiarity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7680960" cy="45720"/>
          </a:xfrm>
          <a:prstGeom prst="rect">
            <a:avLst/>
          </a:prstGeom>
          <a:solidFill>
            <a:srgbClr val="5E8C5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exercise data, expressed visually instead of textually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Exercise Screen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0" cy="640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cues, angles, and arrows overlaid on the exercise photo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0" cy="640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Stepper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Move → Return replaces three text paragraphs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4572000" cy="640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/ Swap / Skip as small icon buttons, not full-width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4572000" cy="640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Bottom Bar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 Set" always visible with set dot indicators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4572000" cy="640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Toggle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expand on demand, collapse for familiar exercises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914400"/>
            <a:ext cx="2926080" cy="292608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97280"/>
            <a:ext cx="2560320" cy="25603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943600" y="1371600"/>
            <a:ext cx="914400" cy="274320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Flat back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315200" y="2560320"/>
            <a:ext cx="1188720" cy="274320"/>
          </a:xfrm>
          <a:prstGeom prst="rect">
            <a:avLst/>
          </a:prstGeom>
          <a:solidFill>
            <a:srgbClr val="B85C5C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Knees behind toes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132320" y="2011680"/>
            <a:ext cx="457200" cy="457200"/>
          </a:xfrm>
          <a:prstGeom prst="ellipse">
            <a:avLst/>
          </a:prstGeom>
          <a:solidFill>
            <a:srgbClr val="5E8C5A">
              <a:alpha val="60000"/>
            </a:srgbClr>
          </a:solidFill>
          <a:ln w="25400">
            <a:solidFill>
              <a:srgbClr val="5E8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Annotated Exercise Images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cues overlay the exercise image to show correct form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914400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 flat", "Core engaged"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73152" cy="914400"/>
          </a:xfrm>
          <a:prstGeom prst="rect">
            <a:avLst/>
          </a:prstGeom>
          <a:solidFill>
            <a:srgbClr val="B85C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Common Mistakes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cave knees"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468880"/>
            <a:ext cx="73152" cy="914400"/>
          </a:xfrm>
          <a:prstGeom prst="rect">
            <a:avLst/>
          </a:prstGeom>
          <a:solidFill>
            <a:srgbClr val="1E2B1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Angle Indicators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markers on key joints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73152" cy="914400"/>
          </a:xfrm>
          <a:prstGeom prst="rect">
            <a:avLst/>
          </a:prstGeom>
          <a:solidFill>
            <a:srgbClr val="55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Movement Arrows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alignment lines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Checkpoints Card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list below the image: what to do right (green) and what to avoid (red), with concise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Rest Timer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743200" cy="2743200"/>
          </a:xfrm>
          <a:prstGeom prst="ellipse">
            <a:avLst/>
          </a:prstGeom>
          <a:solidFill>
            <a:srgbClr val="3A5E36"/>
          </a:solidFill>
          <a:ln w="76200">
            <a:solidFill>
              <a:srgbClr val="B89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554480"/>
            <a:ext cx="2377440" cy="2377440"/>
          </a:xfrm>
          <a:prstGeom prst="ellipse">
            <a:avLst/>
          </a:prstGeom>
          <a:solidFill>
            <a:srgbClr val="1E2B1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4297680"/>
            <a:ext cx="137160" cy="13716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4270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4572000"/>
            <a:ext cx="137160" cy="137160"/>
          </a:xfrm>
          <a:prstGeom prst="ellipse">
            <a:avLst/>
          </a:prstGeom>
          <a:solidFill>
            <a:srgbClr val="B8963D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4544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4846320"/>
            <a:ext cx="137160" cy="137160"/>
          </a:xfrm>
          <a:prstGeom prst="ellipse">
            <a:avLst/>
          </a:prstGeom>
          <a:solidFill>
            <a:srgbClr val="B8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4818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73152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→ Amber → Red as time decreases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286000"/>
            <a:ext cx="3657600" cy="73152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+/- 15s Buttons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rest duration on the fly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200400"/>
            <a:ext cx="3657600" cy="73152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Preview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next exercise with image thumbnail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4114800"/>
            <a:ext cx="3657600" cy="73152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 at 5 seconds, notification at zero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Adapts to Your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325880"/>
            <a:ext cx="457200" cy="45720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Encounter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demo, all annotations expanded, tips visible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57400"/>
            <a:ext cx="73152" cy="731520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visible, phases collapsed, tap to expand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B89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3063240"/>
            <a:ext cx="457200" cy="457200"/>
          </a:xfrm>
          <a:prstGeom prst="ellipse">
            <a:avLst/>
          </a:prstGeom>
          <a:solidFill>
            <a:srgbClr val="B896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view, audio tempo toggle, review link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FAFC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94760"/>
            <a:ext cx="73152" cy="73152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931920"/>
            <a:ext cx="457200" cy="457200"/>
          </a:xfrm>
          <a:prstGeom prst="ellipse">
            <a:avLst/>
          </a:prstGeom>
          <a:solidFill>
            <a:srgbClr val="3A5E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Ultra-compact, "Last time" context, audio cues only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B85C5C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Form regression trigger: If pain increases, auto-expand back to full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Before You 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exercises show a form preview before the first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5E8C5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animation showing the full movement 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554480"/>
            <a:ext cx="548640" cy="548640"/>
          </a:xfrm>
          <a:prstGeom prst="ellipse">
            <a:avLst/>
          </a:prstGeom>
          <a:solidFill>
            <a:srgbClr val="5E8C5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Breakdown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Movement → Return with key cues per step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5E8C5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exercise-specific errors to avoid (AI-generated)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017520"/>
            <a:ext cx="548640" cy="548640"/>
          </a:xfrm>
          <a:prstGeom prst="ellipse">
            <a:avLst/>
          </a:prstGeom>
          <a:solidFill>
            <a:srgbClr val="5E8C5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Preview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audio counting pattern before you 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Ready — Start Exercise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Voice-Guided Tempo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exercises require controlled tempo — the app counts with you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"Down... 2... 3... 4...  Hold...  Up... 2... 3..."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2286000" cy="228600"/>
          </a:xfrm>
          <a:prstGeom prst="rect">
            <a:avLst/>
          </a:prstGeom>
          <a:solidFill>
            <a:srgbClr val="5E8C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2286000"/>
            <a:ext cx="1371600" cy="228600"/>
          </a:xfrm>
          <a:prstGeom prst="rect">
            <a:avLst/>
          </a:prstGeom>
          <a:solidFill>
            <a:srgbClr val="B8963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2286000"/>
            <a:ext cx="2286000" cy="228600"/>
          </a:xfrm>
          <a:prstGeom prst="rect">
            <a:avLst/>
          </a:prstGeom>
          <a:solidFill>
            <a:srgbClr val="5E8C5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cues count through each rep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reminders: "Exhale as you lift"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 per exercise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 eccentric rehab movements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Order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7260" y="1554480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visual instruction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115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clarity improvement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73352"/>
            <a:ext cx="411480" cy="41148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7260" y="2084832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bottom bar + set dots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 always visible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203704"/>
            <a:ext cx="411480" cy="41148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03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7260" y="2615184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exercise images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comprehension jump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734056"/>
            <a:ext cx="411480" cy="411480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7260" y="3145536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70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learning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returning users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264408"/>
            <a:ext cx="411480" cy="411480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7260" y="3675888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3236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demos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existing infrastructure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37260" y="4206240"/>
            <a:ext cx="0" cy="118872"/>
          </a:xfrm>
          <a:prstGeom prst="line">
            <a:avLst/>
          </a:prstGeom>
          <a:noFill/>
          <a:ln w="25400">
            <a:solidFill>
              <a:srgbClr val="E2E8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Pre-exercise form preview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awareness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325112"/>
            <a:ext cx="411480" cy="411480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tempo cues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Voice-guided movements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960120"/>
            <a:ext cx="914400" cy="228600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0" y="960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8C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 Effect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 everything, then find the button"  →  "See the exercise, tap complete, move on"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18288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Understanding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annotations teach form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2468880" cy="18288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Respects Your 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learning adapts to familiarity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743200"/>
            <a:ext cx="2468880" cy="1828800"/>
          </a:xfrm>
          <a:prstGeom prst="rect">
            <a:avLst/>
          </a:prstGeom>
          <a:solidFill>
            <a:srgbClr val="3A5E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PT Form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tempo ensures proper recovery movements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5E8C5A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Helper — Workout Experience Redesign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Helper — Workout Experience Redesign</dc:title>
  <dc:subject>PptxGenJS Presentation</dc:subject>
  <dc:creator>PT Helper</dc:creator>
  <cp:lastModifiedBy>PT Helper</cp:lastModifiedBy>
  <cp:revision>1</cp:revision>
  <dcterms:created xsi:type="dcterms:W3CDTF">2026-04-12T22:44:25Z</dcterms:created>
  <dcterms:modified xsi:type="dcterms:W3CDTF">2026-04-12T22:44:25Z</dcterms:modified>
</cp:coreProperties>
</file>